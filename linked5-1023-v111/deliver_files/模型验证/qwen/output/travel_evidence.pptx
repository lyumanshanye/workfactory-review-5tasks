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差旅证据册 travel_evidence.pptx — 真实网页截图与查询条件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66928"/>
            <a:ext cx="11731752" cy="619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来源：Google Flights 与 Google Hotels 实页截图（Playwright + Chromium，--no-sandbox）；货币 USD（页面货币对话框设定）；查询时间 2026-10-24 UTC（Playwright+Chromium 实页截取）</a:t>
            </a:r>
          </a:p>
          <a:p>
            <a:pPr>
              <a:defRPr sz="1050"/>
            </a:pPr>
            <a:r>
              <a:t>行程条件：去程 2026-11-28、返程 2026-12-02；酒店 11/28 入住–12/2 退房 4 夜；单人单间口径（面板默认显示 2 人选项价，取每间基础行价作为单间等价，见各页注）。</a:t>
            </a:r>
          </a:p>
          <a:p>
            <a:pPr>
              <a:defRPr sz="1050"/>
            </a:pPr>
            <a:r>
              <a:t>税费/早餐/取消：酒店面板行内含免费取消截止日与早餐标注；住宿税 12% 为内部估算（工作簿 Options!E 列），非页面显示值；机票价含税费（Economy incl. Basic）。</a:t>
            </a:r>
          </a:p>
          <a:p>
            <a:pPr>
              <a:defRPr sz="1050"/>
            </a:pPr>
            <a:r>
              <a:t>交叉引用：数值与条件登记于 conference_budget.xlsx 的 Sources 表与 Options 表；阻断项见 approval_register.csv。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机票 Chicago：DCA-ORD 往返 $270/人（含税费）</a:t>
            </a:r>
          </a:p>
        </p:txBody>
      </p:sp>
      <p:pic>
        <p:nvPicPr>
          <p:cNvPr id="3" name="Picture 2" descr="ord_i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711569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https://www.google.com/travel/flights?q=Flights%20from%20DCA%20to%20ORD%20on%202026-11-28%20returning%202026-12-02&amp;hl=en&amp;curr=USD</a:t>
            </a:r>
          </a:p>
          <a:p>
            <a:pPr>
              <a:defRPr sz="1050"/>
            </a:pPr>
            <a:r>
              <a:t>查询时间 2026-10-24 UTC（Playwright+Chromium 实页截取）；往返、1 人、Economy (include Basic)、USD；页面显示 Lowest total price。</a:t>
            </a:r>
          </a:p>
          <a:p>
            <a:pPr>
              <a:defRPr sz="1050"/>
            </a:pPr>
            <a:r>
              <a:t>AA 去 11/28 06:00–07:32 非经停；返 12/2 16:59–19:59 非经停；出发机场按 USDA 总部基点比较 DCA/IAD/BWI 后取最低价可行非经停。</a:t>
            </a:r>
          </a:p>
          <a:p>
            <a:pPr>
              <a:defRPr sz="1050"/>
            </a:pPr>
            <a:r>
              <a:t>工作簿交叉引用：Options!C6（往返机票/人）。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机票 Denver：IAD-DEN 往返 $578/人（含税费）</a:t>
            </a:r>
          </a:p>
        </p:txBody>
      </p:sp>
      <p:pic>
        <p:nvPicPr>
          <p:cNvPr id="3" name="Picture 2" descr="den_i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711569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https://www.google.com/travel/flights?q=Flights%20from%20IAD%20to%20DEN%20on%202026-11-28%20returning%202026-12-02&amp;hl=en&amp;curr=USD</a:t>
            </a:r>
          </a:p>
          <a:p>
            <a:pPr>
              <a:defRPr sz="1050"/>
            </a:pPr>
            <a:r>
              <a:t>查询时间 2026-10-24 UTC（Playwright+Chromium 实页截取）；往返、1 人、Economy (include Basic)、USD；页面显示 Lowest total price。</a:t>
            </a:r>
          </a:p>
          <a:p>
            <a:pPr>
              <a:defRPr sz="1050"/>
            </a:pPr>
            <a:r>
              <a:t>UA 去 11/28 06:10–08:19 非经停；返 12/2 14:10–17:30 非经停；出发机场按 USDA 总部基点比较 DCA/IAD/BWI 后取最低价可行非经停。</a:t>
            </a:r>
          </a:p>
          <a:p>
            <a:pPr>
              <a:defRPr sz="1050"/>
            </a:pPr>
            <a:r>
              <a:t>工作簿交叉引用：Options!C7（往返机票/人）。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机票 Phoenix：IAD-PHX 往返 $499/人（含税费）</a:t>
            </a:r>
          </a:p>
        </p:txBody>
      </p:sp>
      <p:pic>
        <p:nvPicPr>
          <p:cNvPr id="3" name="Picture 2" descr="phx_i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711569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https://www.google.com/travel/flights?q=Flights%20from%20IAD%20to%20PHX%20on%202026-11-28%20returning%202026-12-02&amp;hl=en&amp;curr=USD</a:t>
            </a:r>
          </a:p>
          <a:p>
            <a:pPr>
              <a:defRPr sz="1050"/>
            </a:pPr>
            <a:r>
              <a:t>查询时间 2026-10-24 UTC（Playwright+Chromium 实页截取）；往返、1 人、Economy (include Basic)、USD；页面显示 Lowest total price。</a:t>
            </a:r>
          </a:p>
          <a:p>
            <a:pPr>
              <a:defRPr sz="1050"/>
            </a:pPr>
            <a:r>
              <a:t>UA 去 11/28 08:20–11:33 非经停；返 12/2 14:54–19:09 非经停；出发机场按 USDA 总部基点比较 DCA/IAD/BWI 后取最低价可行非经停。</a:t>
            </a:r>
          </a:p>
          <a:p>
            <a:pPr>
              <a:defRPr sz="1050"/>
            </a:pPr>
            <a:r>
              <a:t>工作簿交叉引用：Options!C8（往返机票/人）。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机票 Boston：DCA-BOS 往返 $311/人（含税费）</a:t>
            </a:r>
          </a:p>
        </p:txBody>
      </p:sp>
      <p:pic>
        <p:nvPicPr>
          <p:cNvPr id="3" name="Picture 2" descr="bos_i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711569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https://www.google.com/travel/flights?q=Flights%20from%20DCA%20to%20BOS%20on%202026-11-28%20returning%202026-12-02&amp;hl=en&amp;curr=USD</a:t>
            </a:r>
          </a:p>
          <a:p>
            <a:pPr>
              <a:defRPr sz="1050"/>
            </a:pPr>
            <a:r>
              <a:t>查询时间 2026-10-24 UTC（Playwright+Chromium 实页截取）；往返、1 人、Economy (include Basic)、USD；页面显示 Lowest total price。</a:t>
            </a:r>
          </a:p>
          <a:p>
            <a:pPr>
              <a:defRPr sz="1050"/>
            </a:pPr>
            <a:r>
              <a:t>DL 去 11/28 06:00–07:38 非经停；返 12/2 14:29–16:20 非经停；出发机场按 USDA 总部基点比较 DCA/IAD/BWI 后取最低价可行非经停。</a:t>
            </a:r>
          </a:p>
          <a:p>
            <a:pPr>
              <a:defRPr sz="1050"/>
            </a:pPr>
            <a:r>
              <a:t>工作簿交叉引用：Options!C9（往返机票/人）。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机票 Seattle：IAD-SEA 往返 $590/人（含税费）</a:t>
            </a:r>
          </a:p>
        </p:txBody>
      </p:sp>
      <p:pic>
        <p:nvPicPr>
          <p:cNvPr id="3" name="Picture 2" descr="sea_i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7115695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https://www.google.com/travel/flights?q=Flights%20from%20IAD%20to%20SEA%20on%202026-11-28%20returning%202026-12-02&amp;hl=en&amp;curr=USD</a:t>
            </a:r>
          </a:p>
          <a:p>
            <a:pPr>
              <a:defRPr sz="1050"/>
            </a:pPr>
            <a:r>
              <a:t>查询时间 2026-10-24 UTC（Playwright+Chromium 实页截取）；往返、1 人、Economy (include Basic)、USD；页面显示 Lowest total price。</a:t>
            </a:r>
          </a:p>
          <a:p>
            <a:pPr>
              <a:defRPr sz="1050"/>
            </a:pPr>
            <a:r>
              <a:t>UA 去 11/28 17:50–20:56 非经停；返 12/2 08:09–16:08 非经停；出发机场按 USDA 总部基点比较 DCA/IAD/BWI 后取最低价可行非经停。</a:t>
            </a:r>
          </a:p>
          <a:p>
            <a:pPr>
              <a:defRPr sz="1050"/>
            </a:pPr>
            <a:r>
              <a:t>工作簿交叉引用：Options!C10（往返机票/人）。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酒店列表 CHI：工具栏日期 Sat, Nov 28 – Wed, Dec 2</a:t>
            </a:r>
          </a:p>
        </p:txBody>
      </p:sp>
      <p:pic>
        <p:nvPicPr>
          <p:cNvPr id="3" name="Picture 2" descr="chi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https://www.google.com/travel/hotels?q=hotels%20near%20O'Hare%20airport%20Chicago&amp;checkin=2026-11-28&amp;checkout=2026-12-02&amp;hl=en（货币对话框设 USD）</a:t>
            </a:r>
          </a:p>
          <a:p>
            <a:pPr>
              <a:defRPr sz="1050"/>
            </a:pPr>
            <a:r>
              <a:t>查询时间 2026-10-24 UTC（Playwright+Chromium 实页截取）；列表价/夜/间、USD；评分与评价数为 Google 汇总。</a:t>
            </a:r>
          </a:p>
          <a:p>
            <a:pPr>
              <a:defRPr sz="1050"/>
            </a:pPr>
            <a:r>
              <a:t>本页关键行：Embassy Suites $101 4.1(3.4K) 含早；DoubleTree $133 4.2(3.1K)</a:t>
            </a:r>
          </a:p>
          <a:p>
            <a:pPr>
              <a:defRPr sz="1050"/>
            </a:pPr>
            <a:r>
              <a:t>质量准入：评分≥4.0 且评价数≥500；未达线者不纳入推荐/备选。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酒店列表 DEN：工具栏日期 Sat, Nov 28 – Wed, Dec 2</a:t>
            </a:r>
          </a:p>
        </p:txBody>
      </p:sp>
      <p:pic>
        <p:nvPicPr>
          <p:cNvPr id="3" name="Picture 2" descr="den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https://www.google.com/travel/hotels?q=hotels%20near%20Denver%20International%20Airport&amp;checkin=2026-11-28&amp;checkout=2026-12-02&amp;hl=en（货币对话框设 USD）</a:t>
            </a:r>
          </a:p>
          <a:p>
            <a:pPr>
              <a:defRPr sz="1050"/>
            </a:pPr>
            <a:r>
              <a:t>查询时间 2026-10-24 UTC（Playwright+Chromium 实页截取）；列表价/夜/间、USD；评分与评价数为 Google 汇总。</a:t>
            </a:r>
          </a:p>
          <a:p>
            <a:pPr>
              <a:defRPr sz="1050"/>
            </a:pPr>
            <a:r>
              <a:t>本页关键行：HIE Denver Airport $113 4.0(1.4K) 含早；Tru $112 4.0(881) 含早；Westin $426 超限</a:t>
            </a:r>
          </a:p>
          <a:p>
            <a:pPr>
              <a:defRPr sz="1050"/>
            </a:pPr>
            <a:r>
              <a:t>质量准入：评分≥4.0 且评价数≥500；未达线者不纳入推荐/备选。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酒店列表 PHX：工具栏日期 Sat, Nov 28 – Wed, Dec 2</a:t>
            </a:r>
          </a:p>
        </p:txBody>
      </p:sp>
      <p:pic>
        <p:nvPicPr>
          <p:cNvPr id="3" name="Picture 2" descr="phx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https://www.google.com/travel/hotels?q=hotels%20near%20Phoenix%20Sky%20Harbor%20International%20Airport&amp;checkin=2026-11-28&amp;checkout=2026-12-02&amp;hl=en（货币对话框设 USD）</a:t>
            </a:r>
          </a:p>
          <a:p>
            <a:pPr>
              <a:defRPr sz="1050"/>
            </a:pPr>
            <a:r>
              <a:t>查询时间 2026-10-24 UTC（Playwright+Chromium 实页截取）；列表价/夜/间、USD；评分与评价数为 Google 汇总。</a:t>
            </a:r>
          </a:p>
          <a:p>
            <a:pPr>
              <a:defRPr sz="1050"/>
            </a:pPr>
            <a:r>
              <a:t>本页关键行：HI &amp; Suites Airport North $126 4.0(1.8K) 早餐$；Crowne Plaza $127 4.0(2.5K)</a:t>
            </a:r>
          </a:p>
          <a:p>
            <a:pPr>
              <a:defRPr sz="1050"/>
            </a:pPr>
            <a:r>
              <a:t>质量准入：评分≥4.0 且评价数≥500；未达线者不纳入推荐/备选。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酒店列表 BOS：工具栏日期 Sat, Nov 28 – Wed, Dec 2</a:t>
            </a:r>
          </a:p>
        </p:txBody>
      </p:sp>
      <p:pic>
        <p:nvPicPr>
          <p:cNvPr id="3" name="Picture 2" descr="bo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https://www.google.com/travel/hotels?q=hotels%20near%20Boston%20Logan%20International%20Airport&amp;checkin=2026-11-28&amp;checkout=2026-12-02&amp;hl=en（货币对话框设 USD）</a:t>
            </a:r>
          </a:p>
          <a:p>
            <a:pPr>
              <a:defRPr sz="1050"/>
            </a:pPr>
            <a:r>
              <a:t>查询时间 2026-10-24 UTC（Playwright+Chromium 实页截取）；列表价/夜/间、USD；评分与评价数为 Google 汇总。</a:t>
            </a:r>
          </a:p>
          <a:p>
            <a:pPr>
              <a:defRPr sz="1050"/>
            </a:pPr>
            <a:r>
              <a:t>本页关键行：Residence Inn Logan/Chelsea $154 4.3(855) 含早；Courtyard $165 4.0(2.1K)</a:t>
            </a:r>
          </a:p>
          <a:p>
            <a:pPr>
              <a:defRPr sz="1050"/>
            </a:pPr>
            <a:r>
              <a:t>质量准入：评分≥4.0 且评价数≥500；未达线者不纳入推荐/备选。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酒店列表 SEA：工具栏日期 Sat, Nov 28 – Wed, Dec 2</a:t>
            </a:r>
          </a:p>
        </p:txBody>
      </p:sp>
      <p:pic>
        <p:nvPicPr>
          <p:cNvPr id="3" name="Picture 2" descr="sea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https://www.google.com/travel/hotels?q=hotels%20near%20Seattle-Tacoma%20International%20Airport&amp;checkin=2026-11-28&amp;checkout=2026-12-02&amp;hl=en（货币对话框设 USD）</a:t>
            </a:r>
          </a:p>
          <a:p>
            <a:pPr>
              <a:defRPr sz="1050"/>
            </a:pPr>
            <a:r>
              <a:t>查询时间 2026-10-24 UTC（Playwright+Chromium 实页截取）；列表价/夜/间、USD；评分与评价数为 Google 汇总。</a:t>
            </a:r>
          </a:p>
          <a:p>
            <a:pPr>
              <a:defRPr sz="1050"/>
            </a:pPr>
            <a:r>
              <a:t>本页关键行：Country Inn &amp; Suites $101 4.3(2.0K) 含早；HIE Sea-Tac $100 4.1(1.5K) 含早</a:t>
            </a:r>
          </a:p>
          <a:p>
            <a:pPr>
              <a:defRPr sz="1050"/>
            </a:pPr>
            <a:r>
              <a:t>质量准入：评分≥4.0 且评价数≥500；未达线者不纳入推荐/备选。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Chicago 推荐 Embassy Suites by Hilton O’Hare Rosemont — 价格面板</a:t>
            </a:r>
          </a:p>
        </p:txBody>
      </p:sp>
      <p:pic>
        <p:nvPicPr>
          <p:cNvPr id="3" name="Picture 2" descr="chi_emb_Embassy_Suites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 Billabook $101/夜（2 guests 每间价，单间等价）含早、免费取消至 11/22；Booking.com 套房行 $159-179 含早。</a:t>
            </a:r>
          </a:p>
          <a:p>
            <a:pPr>
              <a:defRPr sz="1050"/>
            </a:pPr>
            <a:r>
              <a:t>4.1 / 3,418 评；Options!E6=101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Chicago 推荐 Embassy Suites — 评论面板</a:t>
            </a:r>
          </a:p>
        </p:txBody>
      </p:sp>
      <p:pic>
        <p:nvPicPr>
          <p:cNvPr id="3" name="Picture 2" descr="chi_emb_Embassy_Suites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Google 汇总 4.1 / 3,418 reviews；近期评论无系统性卫生/噪声/维护缺陷。</a:t>
            </a:r>
          </a:p>
          <a:p>
            <a:pPr>
              <a:defRPr sz="1050"/>
            </a:pPr>
            <a:r>
              <a:t>质量准入通过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Chicago 备选 DoubleTree by Hilton O’Hare Airport-Rosemont — 价格面板</a:t>
            </a:r>
          </a:p>
        </p:txBody>
      </p:sp>
      <p:pic>
        <p:nvPicPr>
          <p:cNvPr id="3" name="Picture 2" descr="chi_dt_DoubleTree_by_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 Billabook $133/夜（2 guests 每间价）；早餐为收费项（列表标注 Breakfast ($)）。</a:t>
            </a:r>
          </a:p>
          <a:p>
            <a:pPr>
              <a:defRPr sz="1050"/>
            </a:pPr>
            <a:r>
              <a:t>4.2 / 3,133 评；Options!I6=133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Denver 推荐 Holiday Inn Express &amp; Suites Denver Airport — 价格面板</a:t>
            </a:r>
          </a:p>
        </p:txBody>
      </p:sp>
      <p:pic>
        <p:nvPicPr>
          <p:cNvPr id="3" name="Picture 2" descr="den_hie_Holiday_Inn_Ex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 Booking.com/Bluepillow $113/夜（2 guests 每间价）含早；官网行 $135。</a:t>
            </a:r>
          </a:p>
          <a:p>
            <a:pPr>
              <a:defRPr sz="1050"/>
            </a:pPr>
            <a:r>
              <a:t>4.0 / 1,394 评；Options!E7=113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Denver 推荐 HIE Denver Airport — 评论面板</a:t>
            </a:r>
          </a:p>
        </p:txBody>
      </p:sp>
      <p:pic>
        <p:nvPicPr>
          <p:cNvPr id="3" name="Picture 2" descr="den_hie_Holiday_Inn_Ex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Google 汇总 4.0 / 1,394 reviews；近期评论无系统性缺陷。</a:t>
            </a:r>
          </a:p>
          <a:p>
            <a:pPr>
              <a:defRPr sz="1050"/>
            </a:pPr>
            <a:r>
              <a:t>质量准入通过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Denver 备选 Tru by Hilton Denver Airport Tower Road — 价格面板</a:t>
            </a:r>
          </a:p>
        </p:txBody>
      </p:sp>
      <p:pic>
        <p:nvPicPr>
          <p:cNvPr id="3" name="Picture 2" descr="den_tru_Tru_by_Hilton_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 Booking.com $112/夜（2 guests 每间价）含早。</a:t>
            </a:r>
          </a:p>
          <a:p>
            <a:pPr>
              <a:defRPr sz="1050"/>
            </a:pPr>
            <a:r>
              <a:t>4.0 / 881 评；Options!I7=112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Phoenix 推荐 Holiday Inn &amp; Suites Phoenix Airport North — 价格面板</a:t>
            </a:r>
          </a:p>
        </p:txBody>
      </p:sp>
      <p:pic>
        <p:nvPicPr>
          <p:cNvPr id="3" name="Picture 2" descr="phx_hi_Holiday_Inn_&amp;_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 groupon.com $111 起、主流行 $126/夜（2 guests 每间价）；早餐收费约 $15/夜已计入预算（Options!E8=126+15）。</a:t>
            </a:r>
          </a:p>
          <a:p>
            <a:pPr>
              <a:defRPr sz="1050"/>
            </a:pPr>
            <a:r>
              <a:t>4.0 / 1,783 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Phoenix 推荐 HI &amp; Suites Airport North — 评论面板</a:t>
            </a:r>
          </a:p>
        </p:txBody>
      </p:sp>
      <p:pic>
        <p:nvPicPr>
          <p:cNvPr id="3" name="Picture 2" descr="phx_hi_Holiday_Inn_&amp;_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Google 汇总 4.0 / 1,783 reviews；近期评论无系统性缺陷。</a:t>
            </a:r>
          </a:p>
          <a:p>
            <a:pPr>
              <a:defRPr sz="1050"/>
            </a:pPr>
            <a:r>
              <a:t>质量准入通过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Phoenix 备选 Crowne Plaza Phoenix Airport - PHX — 价格面板</a:t>
            </a:r>
          </a:p>
        </p:txBody>
      </p:sp>
      <p:pic>
        <p:nvPicPr>
          <p:cNvPr id="3" name="Picture 2" descr="phx_cp_Crowne_Plaza_P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 Booking.com $127（4 guests）/官网 $128（每间价）。</a:t>
            </a:r>
          </a:p>
          <a:p>
            <a:pPr>
              <a:defRPr sz="1050"/>
            </a:pPr>
            <a:r>
              <a:t>4.0 / 2,485 评；Options!I8=127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Boston 推荐 Residence Inn by Marriott Boston Logan Airport/Chelsea — 列表页证据（含缺口说明）</a:t>
            </a:r>
          </a:p>
        </p:txBody>
      </p:sp>
      <p:pic>
        <p:nvPicPr>
          <p:cNvPr id="3" name="Picture 2" descr="bo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该酒店卡片位于列表轮播可视区外、且酒店面板两次截取均因页面加载错误失败（2026-10-24，不伪造）；$154/夜、4.3(855) 取自同次查询的列表页文本（bos_list.txt，含早标注见列表行），签约前须以面板重截或酒店书面报价复核（approval_register.csv）。</a:t>
            </a:r>
          </a:p>
          <a:p>
            <a:pPr>
              <a:defRPr sz="1050"/>
            </a:pPr>
            <a:r>
              <a:t>本页截图可见工具栏 Sat, Nov 28 – Wed, Dec 2 与备选 Courtyard $165 卡片；Options!E9=154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Boston 备选 Courtyard by Marriott Boston Logan Airport — 价格面板</a:t>
            </a:r>
          </a:p>
        </p:txBody>
      </p:sp>
      <p:pic>
        <p:nvPicPr>
          <p:cNvPr id="3" name="Picture 2" descr="bos_cy_Courtyard_by_M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基础行官网 $165/夜；早餐收费（列表标注 Breakfast ($)）。</a:t>
            </a:r>
          </a:p>
          <a:p>
            <a:pPr>
              <a:defRPr sz="1050"/>
            </a:pPr>
            <a:r>
              <a:t>4.0 / 2,142 评；Options!I9=165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Seattle 推荐 Country Inn &amp; Suites Sea-Tac — 价格面板</a:t>
            </a:r>
          </a:p>
        </p:txBody>
      </p:sp>
      <p:pic>
        <p:nvPicPr>
          <p:cNvPr id="3" name="Picture 2" descr="sea_ci_Country_Inn_&amp;_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基础行官网 $101/夜 含早、免费取消至 11/28。</a:t>
            </a:r>
          </a:p>
          <a:p>
            <a:pPr>
              <a:defRPr sz="1050"/>
            </a:pPr>
            <a:r>
              <a:t>4.3 / 2,018 评；Options!E10=101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Seattle 推荐 Country Inn &amp; Suites Sea-Tac — 评论面板</a:t>
            </a:r>
          </a:p>
        </p:txBody>
      </p:sp>
      <p:pic>
        <p:nvPicPr>
          <p:cNvPr id="3" name="Picture 2" descr="sea_ci_Country_Inn_&amp;_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Google 汇总 4.3 / 2,018 reviews；近期评论无系统性缺陷。</a:t>
            </a:r>
          </a:p>
          <a:p>
            <a:pPr>
              <a:defRPr sz="1050"/>
            </a:pPr>
            <a:r>
              <a:t>质量准入通过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Seattle 备选 HIE &amp; Suites Seattle-Sea-Tac Airport — 价格面板</a:t>
            </a:r>
          </a:p>
        </p:txBody>
      </p:sp>
      <p:pic>
        <p:nvPicPr>
          <p:cNvPr id="3" name="Picture 2" descr="sea_hie2_Holiday_Inn_Ex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 dealbase.com $100/夜（2 guests 每间价）含早；官网行 $105。</a:t>
            </a:r>
          </a:p>
          <a:p>
            <a:pPr>
              <a:defRPr sz="1050"/>
            </a:pPr>
            <a:r>
              <a:t>4.1 / 1,525 评；Options!I10=100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Seattle 排除 Aloft by Marriott Sea-Tac — 评论面板（噪声证据）</a:t>
            </a:r>
          </a:p>
        </p:txBody>
      </p:sp>
      <p:pic>
        <p:nvPicPr>
          <p:cNvPr id="3" name="Picture 2" descr="sea_al_Aloft_by_Marri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Google 汇总 4.3 / 1,037 reviews；近期评论存在持续飞机/单轨噪声投诉 → 不达质量准入，排除出推荐位。</a:t>
            </a:r>
          </a:p>
          <a:p>
            <a:pPr>
              <a:defRPr sz="1050"/>
            </a:pPr>
            <a:r>
              <a:t>排除依据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11731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B57"/>
                </a:solidFill>
              </a:defRPr>
            </a:pPr>
            <a:r>
              <a:t>Denver 排除 The Westin Denver International Airport — 价格面板</a:t>
            </a:r>
          </a:p>
        </p:txBody>
      </p:sp>
      <p:pic>
        <p:nvPicPr>
          <p:cNvPr id="3" name="Picture 2" descr="den_we_The_Westin_Den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87" y="566928"/>
            <a:ext cx="65227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5513831"/>
            <a:ext cx="11731752" cy="1252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/>
            </a:pPr>
            <a:r>
              <a:t>URL: https://www.google.com/travel/hotels（城市列表页内打开酒店面板；q 与日期见对应列表页）</a:t>
            </a:r>
          </a:p>
          <a:p>
            <a:pPr>
              <a:defRPr sz="1050"/>
            </a:pPr>
            <a:r>
              <a:t>查询时间 2026-10-24 UTC（Playwright+Chromium 实页截取）；11/28 入住–12/2 退房 4 夜；USD；面板默认 2 人选项，基础行为每间价（单间等价口径）。</a:t>
            </a:r>
          </a:p>
          <a:p>
            <a:pPr>
              <a:defRPr sz="1050"/>
            </a:pPr>
            <a:r>
              <a:t>基础行 Evendo $381 / Booking.com $426 每间价 &gt; FY2027 住宿上限 $170 → 不得作为合规推荐且不截价比较。</a:t>
            </a:r>
          </a:p>
          <a:p>
            <a:pPr>
              <a:defRPr sz="1050"/>
            </a:pPr>
            <a:r>
              <a:t>排除依据；History!B10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