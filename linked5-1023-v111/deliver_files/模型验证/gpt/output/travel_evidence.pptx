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Travel evidence | decision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Queried 2026-10-24 04:30 UTC • USD • 1 adult/room • 11/28–12/2/2026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CONDITIONAL FIRST CHOICE</a:t>
            </a:r>
            <a:br/>
            <a:r>
              <a:t>Chicago • 24 attendees • DCA–ORD nonstop • 4 nights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53035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7878"/>
                </a:solidFill>
              </a:defRPr>
            </a:pPr>
            <a:r>
              <a:t>Known/estimated base: $31,399.68</a:t>
            </a:r>
            <a:br/>
            <a:r>
              <a:t>+ 5% reserve: $32,969.66</a:t>
            </a:r>
            <a:br/>
            <a:r>
              <a:t>20% airfare stress: $34,330.46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2468880"/>
            <a:ext cx="5303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C00000"/>
                </a:solidFill>
              </a:defRPr>
            </a:pPr>
            <a:r>
              <a:t>Not quoted (entered $0, not free):</a:t>
            </a:r>
            <a:br/>
            <a:r>
              <a:t>venue • provided meals • breaks • breakfast confirmation • group rate delta</a:t>
            </a:r>
            <a:br/>
            <a:r>
              <a:t>Approval blocked until written quotes and hotel quality evidence are obtained.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29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1E2832"/>
                </a:solidFill>
              </a:defRPr>
            </a:pPr>
            <a:r>
              <a:t>Screenshots are genuine public search pages. Fares change and are single-traveler snapshots; no booking, group inventory, credentials, or approval is represented.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Chicago | actual airfare search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https://www.kayak.com/flights/DCA-ORD/2026-11-28/2026-12-02?sort=bestflight_a • queried 2026-10-24 04:30 UTC</a:t>
            </a:r>
          </a:p>
        </p:txBody>
      </p:sp>
      <p:pic>
        <p:nvPicPr>
          <p:cNvPr id="4" name="Picture 3" descr="flight_O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6809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0058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832"/>
                </a:solidFill>
              </a:defRPr>
            </a:pPr>
            <a:r>
              <a:t>Budgeted itinerary</a:t>
            </a:r>
            <a:br/>
            <a:r>
              <a:t>DCA 06:00–ORD 07:32 nonstop</a:t>
            </a:r>
            <a:br/>
            <a:r>
              <a:t>ORD 16:59–DCA 19:59 nonstop</a:t>
            </a:r>
            <a:br/>
            <a:r>
              <a:t>American Airlines • $270.00 round trip</a:t>
            </a:r>
            <a:br/>
            <a:r>
              <a:t>Fare class shown on page; baggage/seat and refund/change terms not fully displayed—reconfirm.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65760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81E1E"/>
                </a:solidFill>
              </a:defRPr>
            </a:pPr>
            <a:r>
              <a:t>Hotel cards on the same dated results page were used for preliminary comparison:</a:t>
            </a:r>
            <a:br/>
            <a:r>
              <a:t>Staybridge Suites Chicago—Glenview by IHG: $134.00/night; 8.5/10</a:t>
            </a:r>
            <a:br/>
            <a:r>
              <a:t>Hampton Inn &amp; Suites Chicago/Hoffman Estates: $96.00/night; 8.1/10</a:t>
            </a:r>
            <a:br/>
            <a:r>
              <a:t>Breakfast, room type, taxes/fees, cancellation, review count and recent issue detail were not displayed: not admitted.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Denver | actual airfare search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https://www.kayak.com/flights/DCA-DEN/2026-11-28/2026-12-02?sort=bestflight_a • queried 2026-10-24 04:30 UTC</a:t>
            </a:r>
          </a:p>
        </p:txBody>
      </p:sp>
      <p:pic>
        <p:nvPicPr>
          <p:cNvPr id="4" name="Picture 3" descr="flight_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6809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0058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832"/>
                </a:solidFill>
              </a:defRPr>
            </a:pPr>
            <a:r>
              <a:t>Budgeted itinerary</a:t>
            </a:r>
            <a:br/>
            <a:r>
              <a:t>DCA 07:00–DEN 09:16 nonstop</a:t>
            </a:r>
            <a:br/>
            <a:r>
              <a:t>DEN 16:40–DCA 21:55 nonstop</a:t>
            </a:r>
            <a:br/>
            <a:r>
              <a:t>Frontier • $574.00 round trip</a:t>
            </a:r>
            <a:br/>
            <a:r>
              <a:t>Fare class shown on page; baggage/seat and refund/change terms not fully displayed—reconfirm.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65760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81E1E"/>
                </a:solidFill>
              </a:defRPr>
            </a:pPr>
            <a:r>
              <a:t>Hotel cards on the same dated results page were used for preliminary comparison:</a:t>
            </a:r>
            <a:br/>
            <a:r>
              <a:t>Staybridge Suites Denver Downtown by IHG: $103.00/night; 8.3/10</a:t>
            </a:r>
            <a:br/>
            <a:r>
              <a:t>Hyatt House Denver/Downtown: $116.00/night; 8.7/10</a:t>
            </a:r>
            <a:br/>
            <a:r>
              <a:t>Breakfast, room type, taxes/fees, cancellation, review count and recent issue detail were not displayed: not admitted.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Phoenix | actual airfare search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https://www.kayak.com/flights/DCA-PHX/2026-11-28/2026-12-02?sort=bestflight_a • queried 2026-10-24 04:30 UTC</a:t>
            </a:r>
          </a:p>
        </p:txBody>
      </p:sp>
      <p:pic>
        <p:nvPicPr>
          <p:cNvPr id="4" name="Picture 3" descr="flight_PH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6809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0058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832"/>
                </a:solidFill>
              </a:defRPr>
            </a:pPr>
            <a:r>
              <a:t>Budgeted itinerary</a:t>
            </a:r>
            <a:br/>
            <a:r>
              <a:t>DCA 10:32–PHX 13:51 nonstop</a:t>
            </a:r>
            <a:br/>
            <a:r>
              <a:t>PHX 14:46–DCA 20:59 nonstop</a:t>
            </a:r>
            <a:br/>
            <a:r>
              <a:t>American Airlines • $581.00 round trip</a:t>
            </a:r>
            <a:br/>
            <a:r>
              <a:t>Fare class shown on page; baggage/seat and refund/change terms not fully displayed—reconfirm.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65760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81E1E"/>
                </a:solidFill>
              </a:defRPr>
            </a:pPr>
            <a:r>
              <a:t>Hotel cards on the same dated results page were used for preliminary comparison:</a:t>
            </a:r>
            <a:br/>
            <a:r>
              <a:t>La Quinta Inn &amp; Suites by Wyndham Phoenix Chandler: $100.00/night; 8.3/10</a:t>
            </a:r>
            <a:br/>
            <a:r>
              <a:t>Radisson Hotel Phoenix Airport: $118.00/night; 8.0/10</a:t>
            </a:r>
            <a:br/>
            <a:r>
              <a:t>Breakfast, room type, taxes/fees, cancellation, review count and recent issue detail were not displayed: not admitted.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Boston | actual airfare search screenshot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https://www.cheapflights.com/flight-search/DCA-BOS/2026-11-28/2026-12-02?sort=bestflight_a • queried 2026-10-24 04:30 UTC</a:t>
            </a:r>
          </a:p>
        </p:txBody>
      </p:sp>
      <p:pic>
        <p:nvPicPr>
          <p:cNvPr id="4" name="Picture 3" descr="flight_B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960120"/>
            <a:ext cx="768096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138160" y="1005840"/>
            <a:ext cx="3749039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1E2832"/>
                </a:solidFill>
              </a:defRPr>
            </a:pPr>
            <a:r>
              <a:t>Budgeted itinerary</a:t>
            </a:r>
            <a:br/>
            <a:r>
              <a:t>DCA 07:00–BOS 08:50 nonstop</a:t>
            </a:r>
            <a:br/>
            <a:r>
              <a:t>BOS 17:17–DCA 19:13 nonstop</a:t>
            </a:r>
            <a:br/>
            <a:r>
              <a:t>American Airlines • $316.00 round trip</a:t>
            </a:r>
            <a:br/>
            <a:r>
              <a:t>Fare class shown on page; baggage/seat and refund/change terms not fully displayed—reconfirm.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38160" y="3657600"/>
            <a:ext cx="3749039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781E1E"/>
                </a:solidFill>
              </a:defRPr>
            </a:pPr>
            <a:r>
              <a:t>Hotel cards on the same dated results page were used for preliminary comparison:</a:t>
            </a:r>
            <a:br/>
            <a:r>
              <a:t>Studio Allston Hotel: $155.50/night; 8.2/10</a:t>
            </a:r>
            <a:br/>
            <a:r>
              <a:t>DoubleTree by Hilton Boston-Downtown: $165.50/night; 8.4/10</a:t>
            </a:r>
            <a:br/>
            <a:r>
              <a:t>Breakfast, room type, taxes/fees, cancellation, review count and recent issue detail were not displayed: not admitted.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Hotel quote comparison and evidence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Public dated cards on flight-result pages; 1 room / 1 adult / 4 nights; group inventory unconfirmed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960120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</a:defRPr>
            </a:pPr>
            <a:r>
              <a:t>Chicago: Staybridge Suites Chicago—Glenview by IHG — $134.00/night, 8.5/10 | Hampton Inn &amp; Suites Chicago/Hoffman Estates — $96.00/night, 8.1/10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901952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</a:defRPr>
            </a:pPr>
            <a:r>
              <a:t>Denver: Staybridge Suites Denver Downtown by IHG — $103.00/night, 8.3/10 | Hyatt House Denver/Downtown — $116.00/night, 8.7/10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2843784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</a:defRPr>
            </a:pPr>
            <a:r>
              <a:t>Phoenix: La Quinta Inn &amp; Suites by Wyndham Phoenix Chandler — $100.00/night, 8.3/10 | Radisson Hotel Phoenix Airport — $118.00/night, 8.0/10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3785616"/>
            <a:ext cx="115214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365D"/>
                </a:solidFill>
              </a:defRPr>
            </a:pPr>
            <a:r>
              <a:t>Boston: Studio Allston Hotel — $155.50/night, 8.2/10 | DoubleTree by Hilton Boston-Downtown — $165.50/night, 8.4/10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892040"/>
            <a:ext cx="111556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781E1E"/>
                </a:solidFill>
              </a:defRPr>
            </a:pPr>
            <a:r>
              <a:t>Uniform admission rule: ≥8.0/10, ≥100 reviews, and no unresolved recent pattern involving cleanliness, nighttime noise, or maintenance. The result cards did not show review counts or the required recent-review evidence. They also did not show breakfast, room type, tax/mandatory-fee basis, or cancellation terms. Therefore every hotel remains a candidate—not a qualified recommendation—until procurement captures complete evidence.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Seattle | excluded pending re-quote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DCA–SEA, 11/28–12/2/2026 • search attempts queried 2026-10-24</a:t>
            </a:r>
          </a:p>
        </p:txBody>
      </p:sp>
      <p:pic>
        <p:nvPicPr>
          <p:cNvPr id="4" name="Picture 3" descr="flight_S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097280"/>
            <a:ext cx="5303520" cy="4297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23444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C00000"/>
                </a:solidFill>
              </a:defRPr>
            </a:pPr>
            <a:r>
              <a:t>Kayak, Cheapflights and Priceline searches returned human-verification challenges in this environment. No fare or hotel amount was extracted or invented.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3474720"/>
            <a:ext cx="5212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1E2832"/>
                </a:solidFill>
              </a:defRPr>
            </a:pPr>
            <a:r>
              <a:t>Budget cells remain $0 only as “not quoted” inputs; Options labels the city NO QUOTE. Seattle cannot compete until new complete screenshots are obtained.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Policy and rate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67512"/>
            <a:ext cx="11612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05A64"/>
                </a:solidFill>
              </a:defRPr>
            </a:pPr>
            <a:r>
              <a:t>Supplied frozen/validated files; see workbook Sources for exact file names and applicability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1E2832"/>
                </a:solidFill>
              </a:defRPr>
            </a:pPr>
            <a:r>
              <a:t>FTR 301-74.1–.5: minimize total costs, consider alternatives, compare lodging adequacy, fees, meeting space, equipment, convenience and travel distance; document rationale.</a:t>
            </a:r>
            <a:br/>
            <a:br/>
            <a:r>
              <a:t>FTR 301-74.21 / 301-11.18: deduct government/registration meals; no deduction for light refreshments. FTR 301-11.17: complimentary hotel breakfast does not reduce M&amp;IE. FTR 301-11.27: lodging taxes are separate and limited to tax on reimbursable lodging. FTR 301-11.101: first/last travel days at 75%.</a:t>
            </a:r>
            <a:br/>
            <a:br/>
            <a:r>
              <a:t>FY2027 lodging caps: Chicago $232 (Nov)/$148 (Dec); Denver $170; Phoenix $165; Boston $213; Seattle $188. M&amp;IE: Phoenix $86; others $92.</a:t>
            </a:r>
            <a:br/>
            <a:br/>
            <a:r>
              <a:t>RD Instruction 2036-A official 2024-07-19 version was requested but USDA access returned HTTP 403 in this environment. No clause was invented; retrieval and policy-office verification are approval blockers.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